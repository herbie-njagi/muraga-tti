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A63">
              <a:alpha val="88000"/>
            </a:srgbClr>
          </a:solidFill>
          <a:ln w="12700">
            <a:solidFill>
              <a:srgbClr val="151A6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502920"/>
            <a:ext cx="12344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566928"/>
            <a:ext cx="1051560" cy="9692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0574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Muraga Technical Training Institute</a:t>
            </a:r>
            <a:endParaRPr lang="en-US" sz="4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E8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EXCELLENCE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 for employment, enterprise and self-reliance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11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344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Muraga Technical Training Institute is a TVET institution committed to competence-based training that combines theory with hands-on practice, producing skilled, innovative and self-reliant graduates.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310896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920240" y="310896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2024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3108960"/>
            <a:ext cx="1325880" cy="1371600"/>
          </a:xfrm>
          <a:prstGeom prst="roundRect">
            <a:avLst>
              <a:gd name="adj" fmla="val 6897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32461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9319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Levels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617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  |  Kaare Campus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Vision, Mission &amp; Values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22288F"/>
          </a:solidFill>
          <a:ln w="12700">
            <a:solidFill>
              <a:srgbClr val="2228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 leading institution of excellence in technical and vocational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quality, competence-based training that equips learners with practical skills, innovation and values for employment and self-reliance.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Values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566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83080" y="356616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83080" y="3566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566160"/>
            <a:ext cx="123444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5661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Principles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709160" y="356616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56616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44184" y="356616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44184" y="356616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79208" y="356616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79208" y="356616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Professionalism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420624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09160" y="420624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Governance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44184" y="420624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44184" y="420624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Focus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79208" y="4206240"/>
            <a:ext cx="12618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E8822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79208" y="4206240"/>
            <a:ext cx="1261872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Departments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636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Civil Engineering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32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3552" y="123444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41732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636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Electronics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2532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the nation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89904" y="123444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2784" y="141732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5636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2784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&amp; Automotive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272784" y="2532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3467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Environment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sustainably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73552" y="301752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20040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334670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56432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Communication Technology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your career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89904" y="3017520"/>
            <a:ext cx="2596896" cy="1600200"/>
          </a:xfrm>
          <a:prstGeom prst="roundRect">
            <a:avLst>
              <a:gd name="adj" fmla="val 5714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72784" y="3200400"/>
            <a:ext cx="566928" cy="566928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346704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72784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Hospitality &amp; Fashion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272784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serve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&amp; Entry Requirements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 |  Artisan Certificate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KCSE mean grade E and above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18872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6432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 |  Craft Certificate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56432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KCSE mean grade D (Plain) and above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1188720"/>
            <a:ext cx="259689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72784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  |  Diploma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8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KCSE mean grade C- (Minus) and above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Apply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22288F"/>
          </a:solidFill>
          <a:ln w="12700">
            <a:solidFill>
              <a:srgbClr val="2228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767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course and campus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73552" y="3794760"/>
            <a:ext cx="502920" cy="502920"/>
          </a:xfrm>
          <a:prstGeom prst="ellipse">
            <a:avLst/>
          </a:prstGeom>
          <a:solidFill>
            <a:srgbClr val="22288F"/>
          </a:solidFill>
          <a:ln w="12700">
            <a:solidFill>
              <a:srgbClr val="2228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7355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913632" y="3767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online and download your application form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9904" y="3794760"/>
            <a:ext cx="502920" cy="502920"/>
          </a:xfrm>
          <a:prstGeom prst="ellipse">
            <a:avLst/>
          </a:prstGeom>
          <a:solidFill>
            <a:srgbClr val="22288F"/>
          </a:solidFill>
          <a:ln w="12700">
            <a:solidFill>
              <a:srgbClr val="2228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899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376732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your documents and fee payment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You Can Trust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35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Competence-based training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627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hands-on learning in workshops and labs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640080" cy="640080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24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trainers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8163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committed and professional staff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657600"/>
            <a:ext cx="640080" cy="640080"/>
          </a:xfrm>
          <a:prstGeom prst="ellipse">
            <a:avLst/>
          </a:prstGeom>
          <a:solidFill>
            <a:srgbClr val="E8822A"/>
          </a:solidFill>
          <a:ln w="12700">
            <a:solidFill>
              <a:srgbClr val="E8822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8130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 for all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0050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Computer, design, web and online skills for every learner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029200" y="1188720"/>
            <a:ext cx="3657600" cy="3383280"/>
          </a:xfrm>
          <a:prstGeom prst="roundRect">
            <a:avLst>
              <a:gd name="adj" fmla="val 2703"/>
            </a:avLst>
          </a:prstGeom>
          <a:solidFill>
            <a:srgbClr val="F4F5FC"/>
          </a:solidFill>
          <a:ln w="12700">
            <a:solidFill>
              <a:srgbClr val="F4F5FC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2578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8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Partners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5257800" y="2011680"/>
            <a:ext cx="978408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03520" y="2057400"/>
            <a:ext cx="886968" cy="8869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27648" y="2011680"/>
            <a:ext cx="978408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73368" y="2057400"/>
            <a:ext cx="886968" cy="88696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397496" y="2011680"/>
            <a:ext cx="978408" cy="978408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2700">
            <a:solidFill>
              <a:srgbClr val="DFE2EE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43216" y="2057400"/>
            <a:ext cx="886968" cy="88696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2578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TVETA Kenya  |  TVET CDACC  |  Kenya Vision 2030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A63">
              <a:alpha val="92000"/>
            </a:srgbClr>
          </a:solidFill>
          <a:ln w="12700">
            <a:solidFill>
              <a:srgbClr val="151A63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Muraga Family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are open. Apply online and download your application form.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8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Campus  |  Kaare Campus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EXCELLENCE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Muraga Technical Training Institute</dc:title>
  <dc:subject>PptxGenJS Presentation</dc:subject>
  <dc:creator>PptxGenJS</dc:creator>
  <cp:lastModifiedBy>PptxGenJS</cp:lastModifiedBy>
  <cp:revision>1</cp:revision>
  <dcterms:created xsi:type="dcterms:W3CDTF">2026-10-02T06:06:33Z</dcterms:created>
  <dcterms:modified xsi:type="dcterms:W3CDTF">2026-10-02T06:06:33Z</dcterms:modified>
</cp:coreProperties>
</file>